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685800"/>
            <a:ext cx="1060704" cy="106070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041648" y="685800"/>
            <a:ext cx="1060704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pPr algn="ctr" indent="0" marL="0">
              <a:buNone/>
            </a:pPr>
            <a:r>
              <a:rPr lang="en-US" sz="54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Offline-First Academic Companion for Improving Student Performance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Term Project Defense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886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Yawlui — 4211231018  ·  Addo Foster Keteku — 4211231161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marks they could have kept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27632"/>
            <a:ext cx="512064" cy="512064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60934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51790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blindness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is discovered when results are published — too late to react to a failing course.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137160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4910328" y="1627632"/>
            <a:ext cx="512064" cy="51206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60934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96128" y="151790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 study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96128" y="1874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happens in unplanned bursts; neglected courses stay invisible until the exam.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319272"/>
            <a:ext cx="512064" cy="51206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30098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20954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revision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notes feels productive but is one of the least effective techniques known.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306324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10328" y="3319272"/>
            <a:ext cx="512064" cy="512064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330098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96128" y="320954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128" y="35661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live on notice boards and group chats; overdue work is found by accident.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solve fragments of this — and almost all need internet, accounts or subscriptions.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1214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free, fully offline, browser-based academic companion that helps students monitor and improve their performance.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17720" y="137160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manager with automatic GPA on the 4.0 scale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study tracker with automatic logging &amp; streaks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Active-recall flashcards with mastery tracking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on-device vault for notes &amp; past questions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Deadline-aware tasks with notifications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internet, zero accounts — full backup &amp; restore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how learning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1600200"/>
            <a:ext cx="566928" cy="5669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1435608" y="1581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65176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yourself beats re-reading for long-term retention.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Roediger &amp; Karpicke (2006)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79476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Flashcards make you answer before you flip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32588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2F4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6824" y="1600200"/>
            <a:ext cx="566928" cy="566928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581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10712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spaced across days beats cramming the night before.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Cepeda et al. (2006)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79476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Streaks &amp; 7-day charts reward consistency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9904" y="132588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2F4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23176" y="1600200"/>
            <a:ext cx="566928" cy="566928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1581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27064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1072" y="265176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focus intervals with short breaks sustain attention.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Cirillo (2006)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379476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Built-in Pomodoro timer logs real focus time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— the browser is the whole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27048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270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12848" y="144475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 · hash router · CSS-variable theme system (light/dark) · Chart.js visualisations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395728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F7258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9572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12848" y="231343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modules: courses · grades · timer · flashcards · vault · tasks · search · settings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264408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644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12848" y="318211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(structured data)  +  IndexedDB (image &amp; PDF blobs)  ·  JSON export / import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2423160" cy="2514600"/>
          </a:xfrm>
          <a:prstGeom prst="roundRect">
            <a:avLst>
              <a:gd name="adj" fmla="val 3019"/>
            </a:avLst>
          </a:prstGeom>
          <a:solidFill>
            <a:srgbClr val="1214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00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8803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JavaScript. Fonts, icons and Chart.js are bundled — it runs with Wi-Fi off.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→ it just works.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— the whole academic picture</a:t>
            </a:r>
            <a:endParaRPr lang="en-US" sz="3000" dirty="0"/>
          </a:p>
        </p:txBody>
      </p:sp>
      <p:pic>
        <p:nvPicPr>
          <p:cNvPr id="4" name="Image 0" descr="C:/Users/HP/Desktop/school project/docs/screen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394960" cy="355451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3"/>
          <p:cNvSpPr/>
          <p:nvPr/>
        </p:nvSpPr>
        <p:spPr>
          <a:xfrm>
            <a:off x="6117336" y="144475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66560" y="137160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GPA on the 4.0 scale, recomputed on every change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2514600"/>
            <a:ext cx="457200" cy="45720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9" name="Text 6"/>
          <p:cNvSpPr/>
          <p:nvPr/>
        </p:nvSpPr>
        <p:spPr>
          <a:xfrm>
            <a:off x="6117336" y="249631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24231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this week + day streak for motivation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356616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9"/>
          <p:cNvSpPr/>
          <p:nvPr/>
        </p:nvSpPr>
        <p:spPr>
          <a:xfrm>
            <a:off x="6117336" y="354787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66560" y="347472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&amp; due-today tasks surface automatically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&amp; grade intelligence</a:t>
            </a:r>
            <a:endParaRPr lang="en-US" sz="3000" dirty="0"/>
          </a:p>
        </p:txBody>
      </p:sp>
      <p:pic>
        <p:nvPicPr>
          <p:cNvPr id="4" name="Image 0" descr="C:/Users/HP/Desktop/school project/docs/screenshots/02_cour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pic>
        <p:nvPicPr>
          <p:cNvPr id="5" name="Image 1" descr="C:/Users/HP/Desktop/school project/docs/screenshots/03_gra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41148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&amp; sort with live letter-grade preview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663440" y="41148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Ghanaian 4.0 scale: one table drives letters, points &amp; GPA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GPA = Σ(grade points × credit hours) ÷ Σ(credit hours)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you can trust</a:t>
            </a:r>
            <a:endParaRPr lang="en-US" sz="3000" dirty="0"/>
          </a:p>
        </p:txBody>
      </p:sp>
      <p:pic>
        <p:nvPicPr>
          <p:cNvPr id="4" name="Image 0" descr="C:/Users/HP/Desktop/school project/docs/screenshots/04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298448"/>
            <a:ext cx="5394960" cy="355451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3"/>
          <p:cNvSpPr/>
          <p:nvPr/>
        </p:nvSpPr>
        <p:spPr>
          <a:xfrm>
            <a:off x="402336" y="139903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Drift-free timer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55064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real timestamps, so background-tab throttling can't corrupt it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" y="249631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logging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752344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genuinely elapsed focus minutes can be logged — no phantom hours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" y="359359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3849624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chart, weekly totals and streaks make neglect visible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that actually works</a:t>
            </a:r>
            <a:endParaRPr lang="en-US" sz="3000" dirty="0"/>
          </a:p>
        </p:txBody>
      </p:sp>
      <p:pic>
        <p:nvPicPr>
          <p:cNvPr id="4" name="Image 0" descr="C:/Users/HP/Desktop/school project/docs/screenshots/05_flash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394960" cy="355451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126480" y="1463040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recall, built in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per course · 3-D flip cards · shuffled with unmastered cards first.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tracking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honestly — “I knew it” twice in a row marks a card mastered; a miss resets it. Deck tiles show mastery %, giving a concrete revision target.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·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a semester needs</a:t>
            </a:r>
            <a:endParaRPr lang="en-US" sz="3000" dirty="0"/>
          </a:p>
        </p:txBody>
      </p:sp>
      <p:pic>
        <p:nvPicPr>
          <p:cNvPr id="4" name="Image 0" descr="C:/Users/HP/Desktop/school project/docs/screenshots/06_v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pic>
        <p:nvPicPr>
          <p:cNvPr id="5" name="Image 1" descr="C:/Users/HP/Desktop/school project/docs/screenshots/07_go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41148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— notes, images &amp; PDF past questions stored privately in IndexedDB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663440" y="41148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— auto-grouped: Overdue · Due Today · Upcoming, with priorities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product: 12 defects repaired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1 (before)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25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2 (after)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9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Uploads required Firebase +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IndexedDB file store — works fully 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Logged 25 phantom minutes for 0 studied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Only real elapsed focus time can be logged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B+/C+ grades rendered unstyled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Full 8-letter colour scale, valid CSS 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GPA scale contradicted letter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One authoritative Ghanaian 4.0 grading 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Profile “Save” button did nothing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Profile saves &amp; updates UI instantly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Search &amp; notifications were decorative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Real global search + live deadline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hardened HTML escaping (XSS), drift-free timer, deduplicated CSS, offline avatar, dynamic semesters…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like a user, not like a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33472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cases passed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371600"/>
            <a:ext cx="2633472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148132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56432" y="2286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errors &amp; warnings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371600"/>
            <a:ext cx="2633472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148132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72784" y="2286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work with Wi-Fi 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journeys exercised end-to-end: add/edit/delete courses, complete focus blocks, study decks, upload files, group tasks, export → reset → import round-trip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covered: zero-minute logging rejected, unsupported file types rejected, invalid backups rejected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responsive from 360 px to desktop; light &amp; dark themes persist without flashes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clear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05072" cy="3337560"/>
          </a:xfrm>
          <a:prstGeom prst="roundRect">
            <a:avLst>
              <a:gd name="adj" fmla="val 2192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one browser profile — clearing site data without a backup loses 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backups exclude uploaded binary files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streaks, not full spaced-repetition scheduling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aggregate score per course (no itemised assessments)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81728" y="1325880"/>
            <a:ext cx="4005072" cy="3337560"/>
          </a:xfrm>
          <a:prstGeom prst="roundRect">
            <a:avLst>
              <a:gd name="adj" fmla="val 2192"/>
            </a:avLst>
          </a:prstGeom>
          <a:solidFill>
            <a:srgbClr val="12141F"/>
          </a:solidFill>
          <a:ln/>
        </p:spPr>
      </p:sp>
      <p:sp>
        <p:nvSpPr>
          <p:cNvPr id="8" name="Text 6"/>
          <p:cNvSpPr/>
          <p:nvPr/>
        </p:nvSpPr>
        <p:spPr>
          <a:xfrm>
            <a:off x="4910328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0328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Assessment-level grades with final-grade projection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spaced repetition with daily review queues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packaging — installable, service-worker cached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end-to-end-encrypted sync to the student's own drive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backups that include vault files · deadline reminders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Desktop/school project/docs/screenshots/09_dashboar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05840"/>
            <a:ext cx="3794760" cy="2500208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6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57200" y="502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alone is a complete application platform.
</a:t>
            </a:r>
            <a:endParaRPr lang="en-US" sz="16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GradeGuardian pairs learning science with careful front-end engineering to give every student — regardless of connectivity or budget — one private place to see the truth about their grades, their time and their revision…
</a:t>
            </a:r>
            <a:endParaRPr lang="en-US" sz="16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to act on it before it's too late.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4681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— it even works with the Wi-Fi off.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GradeGuardian — Project Defense</dc:title>
  <dc:subject>PptxGenJS Presentation</dc:subject>
  <dc:creator>Richard Yawlui; Addo Foster Keteku</dc:creator>
  <cp:lastModifiedBy>Richard Yawlui; Addo Foster Keteku</cp:lastModifiedBy>
  <cp:revision>1</cp:revision>
  <dcterms:created xsi:type="dcterms:W3CDTF">2026-07-07T15:48:41Z</dcterms:created>
  <dcterms:modified xsi:type="dcterms:W3CDTF">2026-07-07T15:48:41Z</dcterms:modified>
</cp:coreProperties>
</file>