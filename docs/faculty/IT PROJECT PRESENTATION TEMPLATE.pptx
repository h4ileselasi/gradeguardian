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87" autoAdjust="0"/>
    <p:restoredTop sz="86405" autoAdjust="0"/>
  </p:normalViewPr>
  <p:slideViewPr>
    <p:cSldViewPr snapToGrid="0">
      <p:cViewPr varScale="1">
        <p:scale>
          <a:sx n="71" d="100"/>
          <a:sy n="71" d="100"/>
        </p:scale>
        <p:origin x="235" y="58"/>
      </p:cViewPr>
      <p:guideLst/>
    </p:cSldViewPr>
  </p:slideViewPr>
  <p:outlineViewPr>
    <p:cViewPr>
      <p:scale>
        <a:sx n="33" d="100"/>
        <a:sy n="33" d="100"/>
      </p:scale>
      <p:origin x="0" y="-1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3341C2-8B9F-4FF6-B2DF-FF7F1918E19F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F16F5-6EA5-4ED6-BB62-CFCFB7D7B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894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Amend with appropriate details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94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points on the general background to the project area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79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 points on the identified problems and gaps in literature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1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mains aim and </a:t>
            </a:r>
            <a:r>
              <a:rPr lang="en-US" dirty="0" err="1"/>
              <a:t>specifici</a:t>
            </a:r>
            <a:r>
              <a:rPr lang="en-US" dirty="0"/>
              <a:t> objectives to achieve the aim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930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those the systems benefits and how it benefits 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90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Maximum of 2 slides , with brief summaries of </a:t>
            </a:r>
            <a:r>
              <a:rPr lang="en-US" dirty="0" err="1"/>
              <a:t>saliet</a:t>
            </a:r>
            <a:r>
              <a:rPr lang="en-US" dirty="0"/>
              <a:t> related literature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724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Selected methodology and </a:t>
            </a:r>
            <a:r>
              <a:rPr lang="en-US" dirty="0" err="1"/>
              <a:t>justifictaion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424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maximum of 3 slides on this section</a:t>
            </a:r>
          </a:p>
          <a:p>
            <a:r>
              <a:rPr lang="en-US" dirty="0"/>
              <a:t>Systems requirements and diagrams of specific analytical tools used in analyzing your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935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elements</a:t>
            </a:r>
          </a:p>
          <a:p>
            <a:r>
              <a:rPr lang="en-US" dirty="0"/>
              <a:t>Maximum 3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065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slides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13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2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of relevant references from the background to the study, problem statement, and </a:t>
            </a:r>
            <a:r>
              <a:rPr lang="en-US" dirty="0" err="1"/>
              <a:t>literarature</a:t>
            </a:r>
            <a:r>
              <a:rPr lang="en-US" dirty="0"/>
              <a:t>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94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71286-AC25-E86C-8A65-825FB36DE0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8883C-8367-26CB-ECA4-70B28410B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56C37-3385-FA91-2BB1-8C1BA890E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29E76-4B1B-4BC8-B408-536FAA98046D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93628-EE7B-2C7F-E1DD-4F4922E6F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8471F-55D4-1963-CEC4-34B37FE78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21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48769-9B61-9AF4-D16F-5A71D873A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B27C-B031-DEB7-129D-A26673DF7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A6982-FB23-7B8B-6808-4082D619F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B0E2-7C11-4FCD-B2E0-B90DE6DBCDE6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8A66B-BF37-FDAB-027C-D25782FED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4CC12-278D-6661-C10E-ADF5D5664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86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689F9-6CCD-FE8E-2EF9-B2A18C061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0024F-6DBC-8B8F-EAAB-8E7E4B582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C5F6B-C0E9-4664-BD36-D6B9844B7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45CDD-9FD8-4BFB-84B3-91933141B221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53B75-2141-AF8B-F0F4-A90C967CC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F5447-6463-B2D7-D6EB-5A907463B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46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D7A0-ED89-3FE1-F34B-C0944E0CF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CEBB9-E463-855D-EEEC-BFEA80E14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96607-06B4-92E1-2530-ABA9A1C40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C09C5-D715-E6D3-7C7A-6CDAFFAFC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FEE55-3634-423A-A2DF-BA93DF64A8A2}" type="datetime1">
              <a:rPr lang="en-US" smtClean="0"/>
              <a:t>9/28/2022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E998C-3D92-A474-16B1-EB0765826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DA873-860F-A65E-A6DC-8B4F66C44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893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3D271-D187-4A66-4D58-F012AAFE9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DE980-08CB-552B-BEBF-2D597729D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2394D-BF31-0532-D384-E600BA507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9DCE70-526B-2A52-E0E5-1D020FFD5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758759-1247-E3E6-AFFB-FCF919E84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E29EF6-3897-A0EF-9641-5A7D0F54B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73D48-094D-429A-B07F-4C8E6C69CC51}" type="datetime1">
              <a:rPr lang="en-US" smtClean="0"/>
              <a:t>9/28/2022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24203D-AA83-66C0-EE0D-1C060793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032FCF-9580-ADD4-DF0B-74235DC0B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04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21C6F-DDE6-258F-92FC-098E2CA5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9DAD31-B40C-05C4-DF3A-342C021C2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8B1C-6C40-46CB-8338-B152BBEC07E9}" type="datetime1">
              <a:rPr lang="en-US" smtClean="0"/>
              <a:t>9/28/2022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1850D-CEA9-47A4-600F-38DD76C7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4E418A-D39F-3D44-B2DC-65C89C655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41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0AEB7E-A6D5-1516-E92E-96491DAC8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266E-3ACB-4674-A536-92746977A9AA}" type="datetime1">
              <a:rPr lang="en-US" smtClean="0"/>
              <a:t>9/28/2022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1FF216-EDBF-076B-D88A-3A70984F1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1512D-0E47-62DF-B063-168AAD544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341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40334-2742-1002-5140-048C343FB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36087-5164-EC1F-2CBD-C76D4D932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5D5566-42C4-B0A2-57CA-386AD5EC6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08E17-5F92-5EB8-CC37-FE0F7F414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70CB4-2BBB-4A38-A028-B997878FD4D1}" type="datetime1">
              <a:rPr lang="en-US" smtClean="0"/>
              <a:t>9/28/2022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D7440-E130-47E0-532A-71F7D74AC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DBA52-CD90-2700-A578-5FCAA03AB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922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74182-9A7A-6753-A333-838A0A9F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752ED-E85C-E21D-BF1C-6D3D573CF8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51AA0-E775-2B45-B481-0ED56769D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EDF2F-D27A-82A9-0AB3-2C19F2F02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1A689-C3E3-4D32-B879-8A06EC859086}" type="datetime1">
              <a:rPr lang="en-US" smtClean="0"/>
              <a:t>9/28/2022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35642-9691-7D8F-C351-4C3DC4F6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4F138-EB3D-2B91-1451-A77D1877D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87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B05DB-223B-8A6E-FC93-84193E3F9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E2206C-E733-E75A-C95C-11DA5010D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C9B3-2375-BAE9-DA91-ACF63597A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CF2B2-726B-4735-9D2D-DC3DE3A3BC42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19FD6-FC89-30BD-9178-06397FA3B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FFD98-0E70-DC17-0365-7EF3D326A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974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57B1A9-DCC7-609C-3611-1A5FE41AF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002552-16B1-7FDC-1619-90BF2C4B8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CB009-A8F8-0079-3E00-B8FF3DFB7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367E8-88A7-4766-97DB-4E5949858010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531DB-E038-9E91-9AEE-596C6453E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9C8F7-6A2D-9195-DF1F-61642CDF0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65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734323-6339-1F8D-A69F-E8B6DB44F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EB127-033F-D55B-FD2E-1299E6431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63A72-70FE-CFFD-627F-7C75881B81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AD0FF-2C0C-40B1-A847-AD2BCDFEF045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33D47-A88D-21FF-4A89-F7636493C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GCTU_FOCIS  IT DEPART22MENT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D9A4B-B7AB-BF1E-B4D1-25E152EF4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87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BC253-7B81-9AC4-7401-7035EAE667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10325100" cy="23876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Ghana communication technology University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BE71EC-0F8E-430C-9EC3-214D866FA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95103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Department of Information Technology</a:t>
            </a:r>
          </a:p>
          <a:p>
            <a:r>
              <a:rPr lang="en-US" dirty="0">
                <a:solidFill>
                  <a:srgbClr val="FF0000"/>
                </a:solidFill>
              </a:rPr>
              <a:t>[level </a:t>
            </a:r>
            <a:r>
              <a:rPr lang="en-US" dirty="0" err="1">
                <a:solidFill>
                  <a:srgbClr val="FF0000"/>
                </a:solidFill>
              </a:rPr>
              <a:t>Bsc</a:t>
            </a:r>
            <a:r>
              <a:rPr lang="en-US" dirty="0">
                <a:solidFill>
                  <a:srgbClr val="FF0000"/>
                </a:solidFill>
              </a:rPr>
              <a:t>/Diploma Information Technology]</a:t>
            </a:r>
          </a:p>
          <a:p>
            <a:r>
              <a:rPr lang="en-US" dirty="0">
                <a:solidFill>
                  <a:srgbClr val="FF0000"/>
                </a:solidFill>
              </a:rPr>
              <a:t>[project title..]</a:t>
            </a:r>
          </a:p>
          <a:p>
            <a:r>
              <a:rPr lang="en-US" dirty="0">
                <a:solidFill>
                  <a:srgbClr val="FF0000"/>
                </a:solidFill>
              </a:rPr>
              <a:t>[index number and name of candidates..]</a:t>
            </a:r>
          </a:p>
          <a:p>
            <a:r>
              <a:rPr lang="en-US" dirty="0">
                <a:solidFill>
                  <a:srgbClr val="FF0000"/>
                </a:solidFill>
              </a:rPr>
              <a:t>[name of supervisor]</a:t>
            </a:r>
          </a:p>
          <a:p>
            <a:r>
              <a:rPr lang="en-US" dirty="0">
                <a:solidFill>
                  <a:srgbClr val="FF0000"/>
                </a:solidFill>
              </a:rPr>
              <a:t>[month and year]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0BAC87-FD2D-FDF2-E9BB-556B17040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065" y="76961"/>
            <a:ext cx="2143125" cy="190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377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9F07B-4BBF-C7FA-5ABF-6BDE06B1D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TO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BB303-3C0E-17EC-5152-A2AA2071D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E416F-1121-8B34-80CF-EE513D4B5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47681-5F33-258E-C066-A16F2E50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020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29492-5FC3-268A-01CD-661D4E3BA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F229E-87EB-FC40-71C1-B237647D6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F0462-9FC0-550F-337D-5C115787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A0BCB-D680-3D28-3A8A-46B2F3A4C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</p:spTree>
    <p:extLst>
      <p:ext uri="{BB962C8B-B14F-4D97-AF65-F5344CB8AC3E}">
        <p14:creationId xmlns:p14="http://schemas.microsoft.com/office/powerpoint/2010/main" val="3946756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29C19-AC4F-4D24-B3C3-79ED13A56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7F18D-C38C-5BD4-3EFF-B6343D70C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ABCB4-E8FD-CEFC-1014-37BCE112D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A7A64-C063-04C7-3C9D-2606493E3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</p:spTree>
    <p:extLst>
      <p:ext uri="{BB962C8B-B14F-4D97-AF65-F5344CB8AC3E}">
        <p14:creationId xmlns:p14="http://schemas.microsoft.com/office/powerpoint/2010/main" val="1479357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78D6F-222B-755E-54FF-87777D48E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OF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10EFC-A48D-2AA2-0BDD-392A0BCD7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F0D3B-A3B5-908B-D54E-AC93F87CF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F62F7-8327-7EFB-E171-FAD875905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</p:spTree>
    <p:extLst>
      <p:ext uri="{BB962C8B-B14F-4D97-AF65-F5344CB8AC3E}">
        <p14:creationId xmlns:p14="http://schemas.microsoft.com/office/powerpoint/2010/main" val="721882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0F7B4-F22C-70CF-F381-0C48BAD25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71DCC-6E6C-F874-7DD2-9DBD123CE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3ED9E-38C7-A002-A388-6FCBA144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473CE-F599-7620-0DED-866EAF599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</p:spTree>
    <p:extLst>
      <p:ext uri="{BB962C8B-B14F-4D97-AF65-F5344CB8AC3E}">
        <p14:creationId xmlns:p14="http://schemas.microsoft.com/office/powerpoint/2010/main" val="38261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54EB-3580-F211-C7E9-79E04BDA9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CB395-27D0-4361-2755-F6FC4DD4C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93991-C807-3CE3-D513-37C68A7E7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5C016-EF06-6FDF-A5EC-234E0CBAB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</p:spTree>
    <p:extLst>
      <p:ext uri="{BB962C8B-B14F-4D97-AF65-F5344CB8AC3E}">
        <p14:creationId xmlns:p14="http://schemas.microsoft.com/office/powerpoint/2010/main" val="974331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9ADCB-3468-B81C-F064-97EF2DD2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6EBAB-7654-F77A-86EB-BC71880DC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7D4F6-F4A4-A0C1-F7C4-FEF591AE7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7272E-88F2-AE6F-3BD7-B9C18CA81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</p:spTree>
    <p:extLst>
      <p:ext uri="{BB962C8B-B14F-4D97-AF65-F5344CB8AC3E}">
        <p14:creationId xmlns:p14="http://schemas.microsoft.com/office/powerpoint/2010/main" val="575613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86C92-370E-1A52-99D6-4EE49AA1A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1A7D7-D6BB-46A2-BA74-C14909FC4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5C8C9-026F-E930-9510-4E84A30CB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8E018-D79D-234B-77D5-3772EC87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</p:spTree>
    <p:extLst>
      <p:ext uri="{BB962C8B-B14F-4D97-AF65-F5344CB8AC3E}">
        <p14:creationId xmlns:p14="http://schemas.microsoft.com/office/powerpoint/2010/main" val="3881199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3D7CA-5E3F-DA45-F305-07B50A781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F52E3-D07D-6D19-B5DA-AEED16505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D98AC-C4EA-0AD5-6508-EE9821D38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93F42-5FB5-4F58-AEA9-6DD0558E1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</p:spTree>
    <p:extLst>
      <p:ext uri="{BB962C8B-B14F-4D97-AF65-F5344CB8AC3E}">
        <p14:creationId xmlns:p14="http://schemas.microsoft.com/office/powerpoint/2010/main" val="2314901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C9E36-84F8-A340-035B-3D495122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AND RECOMMENDATIONS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0F87B-D5E2-75FD-7857-2BE1F8BCF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Conclusions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Recommendations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DD5B3-A4F0-0C20-27EA-ECA1C3AE9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F447A-4FCF-2C10-63C4-26BADAA2A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</p:spTree>
    <p:extLst>
      <p:ext uri="{BB962C8B-B14F-4D97-AF65-F5344CB8AC3E}">
        <p14:creationId xmlns:p14="http://schemas.microsoft.com/office/powerpoint/2010/main" val="1352299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44045-DA04-B594-1B62-3A223FAD5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7E053-71DE-C524-5E96-61FD06CB3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9C923-ED13-A430-6A9C-ED20182D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5C273-A57D-0204-6F9F-ED12BD16E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</p:spTree>
    <p:extLst>
      <p:ext uri="{BB962C8B-B14F-4D97-AF65-F5344CB8AC3E}">
        <p14:creationId xmlns:p14="http://schemas.microsoft.com/office/powerpoint/2010/main" val="2540529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266</Words>
  <Application>Microsoft Office PowerPoint</Application>
  <PresentationFormat>Widescreen</PresentationFormat>
  <Paragraphs>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 Ghana communication technology University</vt:lpstr>
      <vt:lpstr>BACKGROUND TO THE STUDY</vt:lpstr>
      <vt:lpstr>PROBLEM STATEMENT</vt:lpstr>
      <vt:lpstr>AIM  &amp; OBJECTIVES</vt:lpstr>
      <vt:lpstr>SIGNIFICANCE OF THE STUDY</vt:lpstr>
      <vt:lpstr>LITERATURE REVIEW</vt:lpstr>
      <vt:lpstr>METHODOLOGY</vt:lpstr>
      <vt:lpstr>SYSTEMS ANALYSIS</vt:lpstr>
      <vt:lpstr>SYSTEM DESIGN</vt:lpstr>
      <vt:lpstr>SYSTEM IMPLEMENTATION</vt:lpstr>
      <vt:lpstr>CONCLUSIONS AND RECOMMENDATIONS </vt:lpstr>
      <vt:lpstr>REFERENCES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Ghana communication technology University</dc:title>
  <dc:creator>William Leslie Brown-Acquaye</dc:creator>
  <cp:lastModifiedBy>William Leslie Brown-Acquaye</cp:lastModifiedBy>
  <cp:revision>1</cp:revision>
  <dcterms:created xsi:type="dcterms:W3CDTF">2022-09-28T05:49:18Z</dcterms:created>
  <dcterms:modified xsi:type="dcterms:W3CDTF">2022-09-28T06:19:06Z</dcterms:modified>
</cp:coreProperties>
</file>